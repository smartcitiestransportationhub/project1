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开场：研究充电桩会不会被黑客通过网络层(OCPP)远程操纵。本次重点讲方法论、建模和协议。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一页看懂全文逻辑，后面逐块展开方法论/协议/建模。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方法论1：研究对象=OCPP控制通道(网络层)；电网只作参照(0.16%)；主指标=被发现前损失(ΔE/被拒会话/受影响市镇)。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方法论2：宏观(全城多家)↔微观(AMB一家真实)两层；以一家真实标定单后台动力学，按登记容量迁移全城。规模×节律一物两用。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协议1：三代OCPP安全差异。版本可行性门控：TLS阻断A1、P&amp;C缩小A2；A3/A4与版本无关。巴塞现网版本仅情景假设。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协议2：真实报文序列图。攻击复用同一批OCPP报文(改来源/内容/节律)，仿真里真实收发，不是抽象模型。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建模1：621真实ocpp客户端→39独立CSMS后台；离散虚拟时钟；真实websocket；按后台独立检测隔离。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建模2：AMB 71站真实会话回放(功率重建单列敏感性)；其余550站规模×节律合成(scale=登记额定，节律=实测同区利用率)。合成仅作占位。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建模3：攻击扇出(30/3指令每分)→双信号检测(指令速率+规模×节律一致性)→限速+1分钟隔离恢复。检测器能区分真停电vs单站造假。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算法贡献:把'何时隔离'建成贝叶斯快速变点检测/最优停止,求出最优阈值A*。固定规则真实噪声下误隔离76%;最优策略降期望损失84%。这就是'用算法解决问题',不只是分析。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实验设计：四维场景矩阵(攻击位置×协议版本×防御×范围)；主指标=被发现前损失+τ_d+误报率；可复现(固定种子、3次中位数、真实异常做闸门)。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结果：单后台2.6-12.3MW→隔离后&lt;10kWh(&gt;99%)；协同5家11889→26.5kWh；电网0.16%。图是协同campaign累积曲线(红升绿平)。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结论：方法可核查、建模够真、协议是关键、现实指导。一句话：电网不是主战场，网络层才是；碎片化+检测隔离让攻击几乎无损。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巴塞罗那充电网络 · 网络层 OCPP 攻防仿真（方法论 · 建模 · 协议）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3506F"/>
          </a:solidFill>
          <a:ln w="12700">
            <a:solidFill>
              <a:srgbClr val="2E86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 · 建模 · OCPP 协议 · 攻防实测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充电桩会被黑客“远程操纵”吗？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城市级充电网络“网络层”OCPP 攻防仿真——方法、建模与协议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以巴塞罗那大都会区真实数据为底座  ·  全程隔离仿真，不接触任何真实系统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家运营商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48920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个充电点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48920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个独立后台(CSMS)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48920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 OCPP 1.6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消息级仿真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研究总览</a:t>
            </a:r>
            <a:endParaRPr lang="en-US" sz="1200" dirty="0"/>
          </a:p>
        </p:txBody>
      </p:sp>
      <p:pic>
        <p:nvPicPr>
          <p:cNvPr id="3" name="Image 0" descr="/home/user/Project1/figs/figLOGIC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658368"/>
            <a:ext cx="10058400" cy="5868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只盯“网络层”，电网只作参照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研究对象：充电桩 ↔ 运营商后台(CSMS) 之间的 OCPP 控制通道（网络层）。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不研究电网潮流/频率稳定——电网只作“结果参照”：全城 63.47 MW 仅占电网峰值 0.16%，远低于会出事的 9–11%。</a:t>
            </a:r>
            <a:endParaRPr lang="en-US" sz="15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为什么盯网络层：攻击者在 OCPP 通道上的行为，能直接映射成可度量的结果。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AF6F0"/>
          </a:solidFill>
          <a:ln w="12700">
            <a:solidFill>
              <a:srgbClr val="A8D9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 = 检测时延 τ_d 沿攻击功率曲线的积分（被发现前已造成的）。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主评价指标：“被发现前造成的损失”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874520"/>
            <a:ext cx="128016" cy="1234440"/>
          </a:xfrm>
          <a:prstGeom prst="roundRect">
            <a:avLst/>
          </a:prstGeom>
          <a:solidFill>
            <a:srgbClr val="E838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002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受控电量 ΔE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4780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被限功率/停充而少充的电（度 / kWh）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29184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3291840"/>
            <a:ext cx="128016" cy="1234440"/>
          </a:xfrm>
          <a:prstGeom prst="roundRect">
            <a:avLst/>
          </a:prstGeom>
          <a:solidFill>
            <a:srgbClr val="F08A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34198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被拒会话数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8953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因攻击无法开始或被中止的充电次数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70916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709160"/>
            <a:ext cx="128016" cy="1234440"/>
          </a:xfrm>
          <a:prstGeom prst="roundRect">
            <a:avLst/>
          </a:prstGeom>
          <a:solidFill>
            <a:srgbClr val="8B4DD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837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受影响市镇数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3126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含≥1 个被控站点的市镇数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一家真实标定，按容量迁移到全城</a:t>
            </a:r>
            <a:endParaRPr lang="en-US" sz="2800" dirty="0"/>
          </a:p>
        </p:txBody>
      </p:sp>
      <p:pic>
        <p:nvPicPr>
          <p:cNvPr id="4" name="Image 0" descr="/home/user/Project1/figs/figC0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234440"/>
            <a:ext cx="9601200" cy="46315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7607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EEF6FB"/>
          </a:solidFill>
          <a:ln w="12700">
            <a:solidFill>
              <a:srgbClr val="BFE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57607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“规模×节律”分解一物两用：</a:t>
            </a:r>
            <a:pPr algn="l" indent="0" marL="0">
              <a:buNone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给没有真实数据的站点生成背景流量；② 同一分解转作后台侧的“物理一致性检测器”。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OCPP 协议：版本决定攻防门槛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FDECE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OCPP 1.6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传输加密可选、设备认证弱；报文可篡改、缺计量完整性。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EAF6F0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OCPP 2.0.1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93852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 TLS、证书认证、结构化安全配置档。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EEF0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B4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OCPP 2.1 / IEC 63584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93852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Plug&amp;Charge 支付鉴权、面向 V2X/DER 双向。</a:t>
            </a:r>
            <a:endParaRPr lang="en-US" sz="1200" dirty="0"/>
          </a:p>
        </p:txBody>
      </p:sp>
      <p:pic>
        <p:nvPicPr>
          <p:cNvPr id="13" name="Image 0" descr="/home/user/Project1/figs/fig13_r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2788920"/>
            <a:ext cx="7040880" cy="311267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" y="6053328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读图：加密只压制中间人(A1)与克隆(A2)；后台沦陷(A3)与 DoS(A4) 不随版本消失。（巴塞罗那现网版本未查得出处，按情景假设处理）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 OCPP 报文：正常 vs 攻击映射</a:t>
            </a:r>
            <a:endParaRPr lang="en-US" sz="2800" dirty="0"/>
          </a:p>
        </p:txBody>
      </p:sp>
      <p:pic>
        <p:nvPicPr>
          <p:cNvPr id="4" name="Image 0" descr="/home/user/Project1/figs/fig_ocpp_s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589520" cy="48964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75320" y="1645920"/>
            <a:ext cx="3383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正常充电 = 一串真实 OCPP 报文：BootNotification / Authorize / StartTransaction / MeterValues / StopTransaction / Heartbeat。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攻击不发明新报文——复用同一批，只改：来源(后台沦陷) / 内容(篡改电表) / 节律(DoS 洪泛)。</a:t>
            </a:r>
            <a:endParaRPr lang="en-US" sz="13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F0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仿真里这些报文被真实收发，不是抽象的“受控比例”。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仿真系统：621 个真实客户端 → 39 个后台</a:t>
            </a:r>
            <a:endParaRPr lang="en-US" sz="2800" dirty="0"/>
          </a:p>
        </p:txBody>
      </p:sp>
      <p:pic>
        <p:nvPicPr>
          <p:cNvPr id="4" name="Image 0" descr="/home/user/Project1/figs/fig_sim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589520" cy="463907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0" y="1600200"/>
            <a:ext cx="3429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每个充电点 = 一个 Python ocpp 异步客户端，经真实 WebSocket 连到其运营商后台。</a:t>
            </a:r>
            <a:endParaRPr lang="en-US" sz="1350" dirty="0"/>
          </a:p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个后台相互独立（控制平面碎片化）。</a:t>
            </a:r>
            <a:endParaRPr lang="en-US" sz="1350" dirty="0"/>
          </a:p>
          <a:p>
            <a:pPr algn="l"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离散虚拟时钟 1 分钟/步、与墙钟解耦——消息处理延迟不污染仿真时间。</a:t>
            </a:r>
            <a:endParaRPr lang="en-US" sz="13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检测与隔离按后台独立运行。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流量建模：真实会话 + 容量定标合成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EEF6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2743200" cy="457200"/>
          </a:xfrm>
          <a:prstGeom prst="roundRect">
            <a:avLst>
              <a:gd name="adj" fmla="val 44000"/>
            </a:avLst>
          </a:prstGeom>
          <a:solidFill>
            <a:srgbClr val="1AA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真实会话回放（AMB 71 站）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全年真实充电记录。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每条会话 → 一串真实 OCPP 报文。</a:t>
            </a:r>
            <a:endParaRPr lang="en-US" sz="14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原始只有起止时刻与总电量；会话内功率按时长均摊重建，该假设单列敏感性分析。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F1EE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3017520" cy="457200"/>
          </a:xfrm>
          <a:prstGeom prst="roundRect">
            <a:avLst>
              <a:gd name="adj" fmla="val 44000"/>
            </a:avLst>
          </a:prstGeom>
          <a:solidFill>
            <a:srgbClr val="8B4D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规模×节律合成（550 站）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无真实数据的站点：功率 scale = DGT 登记额定。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节律 ρ(t) = AMB 实测的同类功能区利用率。</a:t>
            </a:r>
            <a:endParaRPr lang="en-US" sz="14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每家后台总量 = 其 DGT 登记 MW（真实）。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577840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4E6"/>
          </a:solidFill>
          <a:ln w="12700">
            <a:solidFill>
              <a:srgbClr val="F0C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57784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5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合成流量仅作容量定标的“可信占位”，其不确定性随攻防指标一并报告——这正是采用“一家标定、全城迁移”的根本原因。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攻击 / 检测 / 遏制模型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128016" cy="1280160"/>
          </a:xfrm>
          <a:prstGeom prst="roundRect">
            <a:avLst/>
          </a:prstGeom>
          <a:solidFill>
            <a:srgbClr val="E838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184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 攻击注入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116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被攻破后台按站点繁忙度扇出指令。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速率：快速 30 / 隐蔽 3 指令/分。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788920"/>
            <a:ext cx="0" cy="13716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26080"/>
            <a:ext cx="128016" cy="1280160"/>
          </a:xfrm>
          <a:prstGeom prst="roundRect">
            <a:avLst/>
          </a:prstGeom>
          <a:solidFill>
            <a:srgbClr val="F08A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358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 检测（双信号）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4290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指令速率 ≥5 条/2min；或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规模×节律一致性比出带（观测/预期 &lt;0.5 或 &gt;1.5）持续 2min。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0" y="4206240"/>
            <a:ext cx="0" cy="13716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43434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343400"/>
            <a:ext cx="128016" cy="1280160"/>
          </a:xfrm>
          <a:prstGeom prst="roundRect">
            <a:avLst/>
          </a:prstGeom>
          <a:solidFill>
            <a:srgbClr val="1EA9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53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 遏制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463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指令限速 + 告警后 1 分钟按后台隔离并恢复本地充电。</a:t>
            </a:r>
            <a:endParaRPr lang="en-US" sz="1250" dirty="0"/>
          </a:p>
        </p:txBody>
      </p:sp>
      <p:pic>
        <p:nvPicPr>
          <p:cNvPr id="18" name="Image 0" descr="/home/user/Project1/figs/fig6_det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28800"/>
            <a:ext cx="5120640" cy="319043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400800" y="5257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一致性检测器：把真实大停电（全网同步跌至期望 0.53）与单站伪造电表区分开——不误报。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算法贡献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把“何时隔离”求解为最优问题（最优停止）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532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问题：隔离太晚 → 损失累积；误隔离健康后台 → 中断合法充电。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建成贝叶斯快速变点检测：良性 r~N(1,σ₀)、攻击 r~N(1−δ,σ₀)，σ₀=0.39 取自真实数据。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最优规则 = 对后验 pₜ=P(已被攻击) 的阈值 A*（Shiryaev）；A* 最小化 期望损失 c·时延 + K·误隔离。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六法对比：最优策略严格优于 CUSUM、学习型 ML（孤立森林/单类SVM）与固定规则。</a:t>
            </a:r>
            <a:endParaRPr lang="en-US" sz="13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8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发现：真实噪声下固定规则误隔离 76%；最优策略降期望损失 84%，越隐蔽、误隔离代价越高优势越大。</a:t>
            </a:r>
            <a:endParaRPr lang="en-US" sz="1300" dirty="0"/>
          </a:p>
        </p:txBody>
      </p:sp>
      <p:pic>
        <p:nvPicPr>
          <p:cNvPr id="5" name="Image 0" descr="/home/user/Project1/figs/fig_optstop_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440680" cy="3463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21208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52852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−84%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81558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期望损失↓（δ=0.5）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521208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434840" y="52852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76%→1.4%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581558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误隔离率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83880" y="521208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183880" y="52852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A*≈0.93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581558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最优隔离阈值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场景矩阵与评价口径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410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取值 / 说明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攻击位置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链路中间人 · A2 克隆 RFID · A3 后台沦陷(限功率/停充) · A4 后台 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协议版本 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OCPP 1.6 · 2.0.1 · 2.1（版本可行性门控：TLS 下 A1 不可行）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防御 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 无 · D2 指令限速 · D3 按后台隔离 · D5 规模×节律一致性检测（可组合）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受控范围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单后台（逐家）· 协同前 k 家（k=1…8）· 全城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主指标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被发现前损失（ΔE、被拒会话、受影响市镇）· 检测时延 τ_d · 误报率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3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可复现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固定随机种子 · 每格 3 次重复取中位数 · 真实异常做“假阳性闸门”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结果精选（真实仿真实测）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关键数字</a:t>
            </a:r>
            <a:endParaRPr lang="en-US" sz="2800" dirty="0"/>
          </a:p>
        </p:txBody>
      </p:sp>
      <p:pic>
        <p:nvPicPr>
          <p:cNvPr id="4" name="Image 0" descr="/home/user/Project1/figs/figC4_campa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223760" cy="39756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55448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38160" y="1664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2.6–12.3 MW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1579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单后台沦陷可控（最大一家=全城 17%）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274320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138160" y="2852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A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kWh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346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检测+隔离后被发现前损失（单后台，&gt;99%）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393192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138160" y="4041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A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 kWh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5354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协同攻破前 5 家(44.9 MW)隔离后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01000" y="512064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3816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57241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全城完全受控 占电网峰值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结论与价值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72768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1AA3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方法可核查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把抽象的“控制电网 x%”拆成网络层问题：攻破几家后台、可达多少 MW、被发现前损失多少度。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72768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1EA9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5727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建模够真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4825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621 个真实 OCPP 客户端 + 真实报文 + 离散虚拟时钟；一家真实标定、全城迁移，物理自洽。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55848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F08A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55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协议是关键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3133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攻防门槛由 OCPP 版本决定：加密压制中间人/克隆，但后台沦陷与 DoS 须靠隔离与检测。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2405B"/>
          </a:solidFill>
          <a:ln w="12700">
            <a:solidFill>
              <a:srgbClr val="2461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355848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8B4DD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355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现实指导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83133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真正该防的是网络层后台通道而非电网；碎片化是安全资产，别盲目追求统一大平台。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0A2E43"/>
          </a:solidFill>
          <a:ln w="16510">
            <a:solidFill>
              <a:srgbClr val="1AA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1206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F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一句话结论：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它威胁不到电网，真正的战场在网络层；碎片化 + 检测后立刻隔离，让这类攻击几乎打不出实际损失。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2026-10-18T22:34:49Z</dcterms:created>
  <dcterms:modified xsi:type="dcterms:W3CDTF">2026-10-18T22:34:49Z</dcterms:modified>
</cp:coreProperties>
</file>